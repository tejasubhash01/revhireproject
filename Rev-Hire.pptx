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sldIdLst>
    <p:sldId id="257" r:id="rId2"/>
    <p:sldId id="271" r:id="rId3"/>
    <p:sldId id="258" r:id="rId4"/>
    <p:sldId id="272" r:id="rId5"/>
    <p:sldId id="259" r:id="rId6"/>
    <p:sldId id="273" r:id="rId7"/>
    <p:sldId id="260" r:id="rId8"/>
    <p:sldId id="274" r:id="rId9"/>
    <p:sldId id="275" r:id="rId10"/>
    <p:sldId id="276" r:id="rId11"/>
    <p:sldId id="277" r:id="rId12"/>
    <p:sldId id="278" r:id="rId13"/>
    <p:sldId id="264" r:id="rId14"/>
    <p:sldId id="279" r:id="rId15"/>
    <p:sldId id="263" r:id="rId16"/>
    <p:sldId id="270" r:id="rId17"/>
    <p:sldId id="267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4D84C8-826B-4A59-8580-875F6C65E515}" v="86" dt="2026-02-27T04:32:37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9" autoAdjust="0"/>
    <p:restoredTop sz="94660"/>
  </p:normalViewPr>
  <p:slideViewPr>
    <p:cSldViewPr snapToGrid="0">
      <p:cViewPr varScale="1">
        <p:scale>
          <a:sx n="59" d="100"/>
          <a:sy n="59" d="100"/>
        </p:scale>
        <p:origin x="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 Subhash Reddy Dondeti" userId="5bbda148bcdbf6a1" providerId="LiveId" clId="{E8B1A92B-0F77-4957-A194-49FEB2DDEA49}"/>
    <pc:docChg chg="undo custSel addSld delSld modSld sldOrd">
      <pc:chgData name="Teja Subhash Reddy Dondeti" userId="5bbda148bcdbf6a1" providerId="LiveId" clId="{E8B1A92B-0F77-4957-A194-49FEB2DDEA49}" dt="2026-02-27T08:42:03.794" v="5400" actId="2711"/>
      <pc:docMkLst>
        <pc:docMk/>
      </pc:docMkLst>
      <pc:sldChg chg="addSp delSp modSp new mod modTransition">
        <pc:chgData name="Teja Subhash Reddy Dondeti" userId="5bbda148bcdbf6a1" providerId="LiveId" clId="{E8B1A92B-0F77-4957-A194-49FEB2DDEA49}" dt="2026-02-26T14:26:32.529" v="4055" actId="255"/>
        <pc:sldMkLst>
          <pc:docMk/>
          <pc:sldMk cId="3720914998" sldId="257"/>
        </pc:sldMkLst>
        <pc:spChg chg="mod">
          <ac:chgData name="Teja Subhash Reddy Dondeti" userId="5bbda148bcdbf6a1" providerId="LiveId" clId="{E8B1A92B-0F77-4957-A194-49FEB2DDEA49}" dt="2026-02-26T14:24:56.079" v="4039" actId="1076"/>
          <ac:spMkLst>
            <pc:docMk/>
            <pc:sldMk cId="3720914998" sldId="257"/>
            <ac:spMk id="2" creationId="{9A2DFBA9-256F-DB24-75F6-5444AA34C4F4}"/>
          </ac:spMkLst>
        </pc:spChg>
        <pc:spChg chg="mod">
          <ac:chgData name="Teja Subhash Reddy Dondeti" userId="5bbda148bcdbf6a1" providerId="LiveId" clId="{E8B1A92B-0F77-4957-A194-49FEB2DDEA49}" dt="2026-02-26T14:25:01.346" v="4040" actId="1076"/>
          <ac:spMkLst>
            <pc:docMk/>
            <pc:sldMk cId="3720914998" sldId="257"/>
            <ac:spMk id="3" creationId="{52860EE5-30DE-984A-3768-6A8AA28EB331}"/>
          </ac:spMkLst>
        </pc:spChg>
        <pc:spChg chg="del mod">
          <ac:chgData name="Teja Subhash Reddy Dondeti" userId="5bbda148bcdbf6a1" providerId="LiveId" clId="{E8B1A92B-0F77-4957-A194-49FEB2DDEA49}" dt="2026-02-26T14:08:46.394" v="3588"/>
          <ac:spMkLst>
            <pc:docMk/>
            <pc:sldMk cId="3720914998" sldId="257"/>
            <ac:spMk id="4" creationId="{DB1F6E9C-4AC4-FF44-84B2-D9662CE648EF}"/>
          </ac:spMkLst>
        </pc:spChg>
        <pc:spChg chg="add mod">
          <ac:chgData name="Teja Subhash Reddy Dondeti" userId="5bbda148bcdbf6a1" providerId="LiveId" clId="{E8B1A92B-0F77-4957-A194-49FEB2DDEA49}" dt="2026-02-26T14:26:26.464" v="4054" actId="1076"/>
          <ac:spMkLst>
            <pc:docMk/>
            <pc:sldMk cId="3720914998" sldId="257"/>
            <ac:spMk id="5" creationId="{871E7A4F-1205-5308-894F-36B62026066A}"/>
          </ac:spMkLst>
        </pc:spChg>
        <pc:spChg chg="add mod">
          <ac:chgData name="Teja Subhash Reddy Dondeti" userId="5bbda148bcdbf6a1" providerId="LiveId" clId="{E8B1A92B-0F77-4957-A194-49FEB2DDEA49}" dt="2026-02-26T14:26:32.529" v="4055" actId="255"/>
          <ac:spMkLst>
            <pc:docMk/>
            <pc:sldMk cId="3720914998" sldId="257"/>
            <ac:spMk id="6" creationId="{8D391A45-3361-9396-EDC8-1E3CD9431E7E}"/>
          </ac:spMkLst>
        </pc:spChg>
        <pc:spChg chg="add mod">
          <ac:chgData name="Teja Subhash Reddy Dondeti" userId="5bbda148bcdbf6a1" providerId="LiveId" clId="{E8B1A92B-0F77-4957-A194-49FEB2DDEA49}" dt="2026-02-26T14:26:04.054" v="4051" actId="1076"/>
          <ac:spMkLst>
            <pc:docMk/>
            <pc:sldMk cId="3720914998" sldId="257"/>
            <ac:spMk id="7" creationId="{3147DA06-3ABB-A8AA-E558-A48916E55582}"/>
          </ac:spMkLst>
        </pc:spChg>
      </pc:sldChg>
      <pc:sldChg chg="modSp mod">
        <pc:chgData name="Teja Subhash Reddy Dondeti" userId="5bbda148bcdbf6a1" providerId="LiveId" clId="{E8B1A92B-0F77-4957-A194-49FEB2DDEA49}" dt="2026-02-27T08:38:26.197" v="5334" actId="255"/>
        <pc:sldMkLst>
          <pc:docMk/>
          <pc:sldMk cId="826351404" sldId="258"/>
        </pc:sldMkLst>
        <pc:spChg chg="mod">
          <ac:chgData name="Teja Subhash Reddy Dondeti" userId="5bbda148bcdbf6a1" providerId="LiveId" clId="{E8B1A92B-0F77-4957-A194-49FEB2DDEA49}" dt="2026-02-27T08:38:26.197" v="5334" actId="255"/>
          <ac:spMkLst>
            <pc:docMk/>
            <pc:sldMk cId="826351404" sldId="258"/>
            <ac:spMk id="4" creationId="{5EDBA8F3-DED8-9334-64B0-CC70B48C2AA8}"/>
          </ac:spMkLst>
        </pc:spChg>
      </pc:sldChg>
      <pc:sldChg chg="modSp mod">
        <pc:chgData name="Teja Subhash Reddy Dondeti" userId="5bbda148bcdbf6a1" providerId="LiveId" clId="{E8B1A92B-0F77-4957-A194-49FEB2DDEA49}" dt="2026-02-27T08:39:10.705" v="5341" actId="255"/>
        <pc:sldMkLst>
          <pc:docMk/>
          <pc:sldMk cId="463635946" sldId="259"/>
        </pc:sldMkLst>
        <pc:spChg chg="mod">
          <ac:chgData name="Teja Subhash Reddy Dondeti" userId="5bbda148bcdbf6a1" providerId="LiveId" clId="{E8B1A92B-0F77-4957-A194-49FEB2DDEA49}" dt="2026-02-26T16:42:07.827" v="4911" actId="1076"/>
          <ac:spMkLst>
            <pc:docMk/>
            <pc:sldMk cId="463635946" sldId="259"/>
            <ac:spMk id="2" creationId="{BF90D37C-629A-AB60-BA30-77C37BB2E62E}"/>
          </ac:spMkLst>
        </pc:spChg>
        <pc:spChg chg="mod">
          <ac:chgData name="Teja Subhash Reddy Dondeti" userId="5bbda148bcdbf6a1" providerId="LiveId" clId="{E8B1A92B-0F77-4957-A194-49FEB2DDEA49}" dt="2026-02-27T08:39:10.705" v="5341" actId="255"/>
          <ac:spMkLst>
            <pc:docMk/>
            <pc:sldMk cId="463635946" sldId="259"/>
            <ac:spMk id="4" creationId="{D2784CC5-A6C0-00E8-4976-6EA0B34628D8}"/>
          </ac:spMkLst>
        </pc:spChg>
      </pc:sldChg>
      <pc:sldChg chg="modSp mod">
        <pc:chgData name="Teja Subhash Reddy Dondeti" userId="5bbda148bcdbf6a1" providerId="LiveId" clId="{E8B1A92B-0F77-4957-A194-49FEB2DDEA49}" dt="2026-02-27T08:39:39.714" v="5343" actId="255"/>
        <pc:sldMkLst>
          <pc:docMk/>
          <pc:sldMk cId="3339038577" sldId="260"/>
        </pc:sldMkLst>
        <pc:spChg chg="mod">
          <ac:chgData name="Teja Subhash Reddy Dondeti" userId="5bbda148bcdbf6a1" providerId="LiveId" clId="{E8B1A92B-0F77-4957-A194-49FEB2DDEA49}" dt="2026-02-26T14:40:12.381" v="4214" actId="1076"/>
          <ac:spMkLst>
            <pc:docMk/>
            <pc:sldMk cId="3339038577" sldId="260"/>
            <ac:spMk id="2" creationId="{3FDBDE79-041E-48FF-6E22-B37FE87D4D3A}"/>
          </ac:spMkLst>
        </pc:spChg>
        <pc:spChg chg="mod">
          <ac:chgData name="Teja Subhash Reddy Dondeti" userId="5bbda148bcdbf6a1" providerId="LiveId" clId="{E8B1A92B-0F77-4957-A194-49FEB2DDEA49}" dt="2026-02-27T08:39:39.714" v="5343" actId="255"/>
          <ac:spMkLst>
            <pc:docMk/>
            <pc:sldMk cId="3339038577" sldId="260"/>
            <ac:spMk id="4" creationId="{0F2AC928-FAF5-3CA4-3FE0-CA951BE1BAE3}"/>
          </ac:spMkLst>
        </pc:spChg>
      </pc:sldChg>
      <pc:sldChg chg="del">
        <pc:chgData name="Teja Subhash Reddy Dondeti" userId="5bbda148bcdbf6a1" providerId="LiveId" clId="{E8B1A92B-0F77-4957-A194-49FEB2DDEA49}" dt="2026-02-26T16:21:12.317" v="4733" actId="2696"/>
        <pc:sldMkLst>
          <pc:docMk/>
          <pc:sldMk cId="28920938" sldId="261"/>
        </pc:sldMkLst>
      </pc:sldChg>
      <pc:sldChg chg="del">
        <pc:chgData name="Teja Subhash Reddy Dondeti" userId="5bbda148bcdbf6a1" providerId="LiveId" clId="{E8B1A92B-0F77-4957-A194-49FEB2DDEA49}" dt="2026-02-26T15:03:16.008" v="4359" actId="2696"/>
        <pc:sldMkLst>
          <pc:docMk/>
          <pc:sldMk cId="2476145393" sldId="262"/>
        </pc:sldMkLst>
      </pc:sldChg>
      <pc:sldChg chg="modSp add del mod">
        <pc:chgData name="Teja Subhash Reddy Dondeti" userId="5bbda148bcdbf6a1" providerId="LiveId" clId="{E8B1A92B-0F77-4957-A194-49FEB2DDEA49}" dt="2026-02-27T08:41:51.537" v="5399" actId="2711"/>
        <pc:sldMkLst>
          <pc:docMk/>
          <pc:sldMk cId="581496113" sldId="263"/>
        </pc:sldMkLst>
        <pc:spChg chg="mod">
          <ac:chgData name="Teja Subhash Reddy Dondeti" userId="5bbda148bcdbf6a1" providerId="LiveId" clId="{E8B1A92B-0F77-4957-A194-49FEB2DDEA49}" dt="2026-02-27T08:41:51.537" v="5399" actId="2711"/>
          <ac:spMkLst>
            <pc:docMk/>
            <pc:sldMk cId="581496113" sldId="263"/>
            <ac:spMk id="4" creationId="{AA8E56B6-3B2A-BE46-5195-5054F8E288B1}"/>
          </ac:spMkLst>
        </pc:spChg>
      </pc:sldChg>
      <pc:sldChg chg="modSp mod ord">
        <pc:chgData name="Teja Subhash Reddy Dondeti" userId="5bbda148bcdbf6a1" providerId="LiveId" clId="{E8B1A92B-0F77-4957-A194-49FEB2DDEA49}" dt="2026-02-27T08:42:03.794" v="5400" actId="2711"/>
        <pc:sldMkLst>
          <pc:docMk/>
          <pc:sldMk cId="2136328104" sldId="264"/>
        </pc:sldMkLst>
        <pc:spChg chg="mod">
          <ac:chgData name="Teja Subhash Reddy Dondeti" userId="5bbda148bcdbf6a1" providerId="LiveId" clId="{E8B1A92B-0F77-4957-A194-49FEB2DDEA49}" dt="2026-02-26T16:47:18.441" v="5138" actId="1076"/>
          <ac:spMkLst>
            <pc:docMk/>
            <pc:sldMk cId="2136328104" sldId="264"/>
            <ac:spMk id="2" creationId="{28F6EF40-BBE9-F2A5-91C5-5BA92DB42193}"/>
          </ac:spMkLst>
        </pc:spChg>
        <pc:spChg chg="mod">
          <ac:chgData name="Teja Subhash Reddy Dondeti" userId="5bbda148bcdbf6a1" providerId="LiveId" clId="{E8B1A92B-0F77-4957-A194-49FEB2DDEA49}" dt="2026-02-27T08:42:03.794" v="5400" actId="2711"/>
          <ac:spMkLst>
            <pc:docMk/>
            <pc:sldMk cId="2136328104" sldId="264"/>
            <ac:spMk id="4" creationId="{3466BFCC-F3DE-2AF1-7416-C9D6212BF7DC}"/>
          </ac:spMkLst>
        </pc:spChg>
      </pc:sldChg>
      <pc:sldChg chg="del">
        <pc:chgData name="Teja Subhash Reddy Dondeti" userId="5bbda148bcdbf6a1" providerId="LiveId" clId="{E8B1A92B-0F77-4957-A194-49FEB2DDEA49}" dt="2026-02-26T16:20:13.573" v="4732" actId="2696"/>
        <pc:sldMkLst>
          <pc:docMk/>
          <pc:sldMk cId="1934060483" sldId="265"/>
        </pc:sldMkLst>
      </pc:sldChg>
      <pc:sldChg chg="modSp del mod">
        <pc:chgData name="Teja Subhash Reddy Dondeti" userId="5bbda148bcdbf6a1" providerId="LiveId" clId="{E8B1A92B-0F77-4957-A194-49FEB2DDEA49}" dt="2026-02-26T16:20:02.991" v="4731" actId="2696"/>
        <pc:sldMkLst>
          <pc:docMk/>
          <pc:sldMk cId="2612744092" sldId="266"/>
        </pc:sldMkLst>
        <pc:spChg chg="mod">
          <ac:chgData name="Teja Subhash Reddy Dondeti" userId="5bbda148bcdbf6a1" providerId="LiveId" clId="{E8B1A92B-0F77-4957-A194-49FEB2DDEA49}" dt="2026-02-26T16:19:52.226" v="4730" actId="21"/>
          <ac:spMkLst>
            <pc:docMk/>
            <pc:sldMk cId="2612744092" sldId="266"/>
            <ac:spMk id="4" creationId="{6F0DAD0E-E64F-E5F9-1E39-CCB4333EBB0F}"/>
          </ac:spMkLst>
        </pc:spChg>
      </pc:sldChg>
      <pc:sldChg chg="addSp delSp modSp mod">
        <pc:chgData name="Teja Subhash Reddy Dondeti" userId="5bbda148bcdbf6a1" providerId="LiveId" clId="{E8B1A92B-0F77-4957-A194-49FEB2DDEA49}" dt="2026-02-27T08:41:34.344" v="5398" actId="255"/>
        <pc:sldMkLst>
          <pc:docMk/>
          <pc:sldMk cId="1238602341" sldId="267"/>
        </pc:sldMkLst>
        <pc:spChg chg="del mod">
          <ac:chgData name="Teja Subhash Reddy Dondeti" userId="5bbda148bcdbf6a1" providerId="LiveId" clId="{E8B1A92B-0F77-4957-A194-49FEB2DDEA49}" dt="2026-02-26T15:51:05.480" v="4370"/>
          <ac:spMkLst>
            <pc:docMk/>
            <pc:sldMk cId="1238602341" sldId="267"/>
            <ac:spMk id="4" creationId="{54EB1AAE-E853-675D-3194-8CE9C4E3629D}"/>
          </ac:spMkLst>
        </pc:spChg>
        <pc:spChg chg="add">
          <ac:chgData name="Teja Subhash Reddy Dondeti" userId="5bbda148bcdbf6a1" providerId="LiveId" clId="{E8B1A92B-0F77-4957-A194-49FEB2DDEA49}" dt="2026-02-26T15:50:40.943" v="4365"/>
          <ac:spMkLst>
            <pc:docMk/>
            <pc:sldMk cId="1238602341" sldId="267"/>
            <ac:spMk id="5" creationId="{0FE7780B-F6B1-AB55-823E-93A14DECC733}"/>
          </ac:spMkLst>
        </pc:spChg>
        <pc:spChg chg="add del mod">
          <ac:chgData name="Teja Subhash Reddy Dondeti" userId="5bbda148bcdbf6a1" providerId="LiveId" clId="{E8B1A92B-0F77-4957-A194-49FEB2DDEA49}" dt="2026-02-26T15:51:23.347" v="4375"/>
          <ac:spMkLst>
            <pc:docMk/>
            <pc:sldMk cId="1238602341" sldId="267"/>
            <ac:spMk id="6" creationId="{8A1955CE-1E13-00B9-8D08-7F846F058C3E}"/>
          </ac:spMkLst>
        </pc:spChg>
        <pc:spChg chg="add mod">
          <ac:chgData name="Teja Subhash Reddy Dondeti" userId="5bbda148bcdbf6a1" providerId="LiveId" clId="{E8B1A92B-0F77-4957-A194-49FEB2DDEA49}" dt="2026-02-27T08:41:34.344" v="5398" actId="255"/>
          <ac:spMkLst>
            <pc:docMk/>
            <pc:sldMk cId="1238602341" sldId="267"/>
            <ac:spMk id="7" creationId="{4DD50B4A-900E-BF4D-E4EE-00BD0805EE8A}"/>
          </ac:spMkLst>
        </pc:spChg>
      </pc:sldChg>
      <pc:sldChg chg="del">
        <pc:chgData name="Teja Subhash Reddy Dondeti" userId="5bbda148bcdbf6a1" providerId="LiveId" clId="{E8B1A92B-0F77-4957-A194-49FEB2DDEA49}" dt="2026-02-26T16:26:04.103" v="4736" actId="2696"/>
        <pc:sldMkLst>
          <pc:docMk/>
          <pc:sldMk cId="866797709" sldId="268"/>
        </pc:sldMkLst>
      </pc:sldChg>
      <pc:sldChg chg="addSp delSp modSp mod">
        <pc:chgData name="Teja Subhash Reddy Dondeti" userId="5bbda148bcdbf6a1" providerId="LiveId" clId="{E8B1A92B-0F77-4957-A194-49FEB2DDEA49}" dt="2026-02-26T16:59:55.056" v="5203" actId="1076"/>
        <pc:sldMkLst>
          <pc:docMk/>
          <pc:sldMk cId="3630836997" sldId="270"/>
        </pc:sldMkLst>
        <pc:spChg chg="del mod">
          <ac:chgData name="Teja Subhash Reddy Dondeti" userId="5bbda148bcdbf6a1" providerId="LiveId" clId="{E8B1A92B-0F77-4957-A194-49FEB2DDEA49}" dt="2026-02-26T16:00:55.014" v="4436" actId="478"/>
          <ac:spMkLst>
            <pc:docMk/>
            <pc:sldMk cId="3630836997" sldId="270"/>
            <ac:spMk id="4" creationId="{43350662-7D05-A7E1-1127-86563C5FFD78}"/>
          </ac:spMkLst>
        </pc:spChg>
        <pc:spChg chg="add">
          <ac:chgData name="Teja Subhash Reddy Dondeti" userId="5bbda148bcdbf6a1" providerId="LiveId" clId="{E8B1A92B-0F77-4957-A194-49FEB2DDEA49}" dt="2026-02-26T15:59:50.203" v="4412"/>
          <ac:spMkLst>
            <pc:docMk/>
            <pc:sldMk cId="3630836997" sldId="270"/>
            <ac:spMk id="5" creationId="{CC639D81-89B7-275A-652B-EB8E759D0A73}"/>
          </ac:spMkLst>
        </pc:spChg>
        <pc:spChg chg="add">
          <ac:chgData name="Teja Subhash Reddy Dondeti" userId="5bbda148bcdbf6a1" providerId="LiveId" clId="{E8B1A92B-0F77-4957-A194-49FEB2DDEA49}" dt="2026-02-26T15:59:54.386" v="4413"/>
          <ac:spMkLst>
            <pc:docMk/>
            <pc:sldMk cId="3630836997" sldId="270"/>
            <ac:spMk id="6" creationId="{B8C8B095-9C6D-C1EE-F67B-E3D85BF5A611}"/>
          </ac:spMkLst>
        </pc:spChg>
        <pc:spChg chg="add">
          <ac:chgData name="Teja Subhash Reddy Dondeti" userId="5bbda148bcdbf6a1" providerId="LiveId" clId="{E8B1A92B-0F77-4957-A194-49FEB2DDEA49}" dt="2026-02-26T16:00:01.442" v="4417"/>
          <ac:spMkLst>
            <pc:docMk/>
            <pc:sldMk cId="3630836997" sldId="270"/>
            <ac:spMk id="7" creationId="{A98A023C-5920-C85A-E94F-C09A91BC3180}"/>
          </ac:spMkLst>
        </pc:spChg>
        <pc:spChg chg="add mod">
          <ac:chgData name="Teja Subhash Reddy Dondeti" userId="5bbda148bcdbf6a1" providerId="LiveId" clId="{E8B1A92B-0F77-4957-A194-49FEB2DDEA49}" dt="2026-02-26T16:00:24.297" v="4424" actId="1076"/>
          <ac:spMkLst>
            <pc:docMk/>
            <pc:sldMk cId="3630836997" sldId="270"/>
            <ac:spMk id="8" creationId="{B60B5671-913E-71D7-467B-5589D5844A0A}"/>
          </ac:spMkLst>
        </pc:spChg>
        <pc:spChg chg="add">
          <ac:chgData name="Teja Subhash Reddy Dondeti" userId="5bbda148bcdbf6a1" providerId="LiveId" clId="{E8B1A92B-0F77-4957-A194-49FEB2DDEA49}" dt="2026-02-26T16:00:22.374" v="4422"/>
          <ac:spMkLst>
            <pc:docMk/>
            <pc:sldMk cId="3630836997" sldId="270"/>
            <ac:spMk id="9" creationId="{2A3BFEAA-DE8A-B649-2243-9B44A9F5ABB7}"/>
          </ac:spMkLst>
        </pc:spChg>
        <pc:spChg chg="add">
          <ac:chgData name="Teja Subhash Reddy Dondeti" userId="5bbda148bcdbf6a1" providerId="LiveId" clId="{E8B1A92B-0F77-4957-A194-49FEB2DDEA49}" dt="2026-02-26T16:00:37.356" v="4430"/>
          <ac:spMkLst>
            <pc:docMk/>
            <pc:sldMk cId="3630836997" sldId="270"/>
            <ac:spMk id="10" creationId="{4BB4A9BD-CFB1-25C3-10B9-35B3FA0741EA}"/>
          </ac:spMkLst>
        </pc:spChg>
        <pc:spChg chg="add del">
          <ac:chgData name="Teja Subhash Reddy Dondeti" userId="5bbda148bcdbf6a1" providerId="LiveId" clId="{E8B1A92B-0F77-4957-A194-49FEB2DDEA49}" dt="2026-02-26T16:00:55.014" v="4436" actId="478"/>
          <ac:spMkLst>
            <pc:docMk/>
            <pc:sldMk cId="3630836997" sldId="270"/>
            <ac:spMk id="11" creationId="{C0D76DC9-0B25-5E28-29AF-B4645CECB3BB}"/>
          </ac:spMkLst>
        </pc:spChg>
        <pc:spChg chg="add mod">
          <ac:chgData name="Teja Subhash Reddy Dondeti" userId="5bbda148bcdbf6a1" providerId="LiveId" clId="{E8B1A92B-0F77-4957-A194-49FEB2DDEA49}" dt="2026-02-26T16:59:55.056" v="5203" actId="1076"/>
          <ac:spMkLst>
            <pc:docMk/>
            <pc:sldMk cId="3630836997" sldId="270"/>
            <ac:spMk id="12" creationId="{96FCA8B5-9E4C-BAFC-9EBD-0A0052A0A0BB}"/>
          </ac:spMkLst>
        </pc:spChg>
        <pc:spChg chg="add">
          <ac:chgData name="Teja Subhash Reddy Dondeti" userId="5bbda148bcdbf6a1" providerId="LiveId" clId="{E8B1A92B-0F77-4957-A194-49FEB2DDEA49}" dt="2026-02-26T16:03:24.116" v="4438"/>
          <ac:spMkLst>
            <pc:docMk/>
            <pc:sldMk cId="3630836997" sldId="270"/>
            <ac:spMk id="13" creationId="{00E0FDC8-29EE-0E13-687E-893BCB402E0E}"/>
          </ac:spMkLst>
        </pc:spChg>
      </pc:sldChg>
      <pc:sldChg chg="addSp delSp modSp new mod">
        <pc:chgData name="Teja Subhash Reddy Dondeti" userId="5bbda148bcdbf6a1" providerId="LiveId" clId="{E8B1A92B-0F77-4957-A194-49FEB2DDEA49}" dt="2026-02-26T14:26:56.209" v="4062"/>
        <pc:sldMkLst>
          <pc:docMk/>
          <pc:sldMk cId="3320067997" sldId="271"/>
        </pc:sldMkLst>
        <pc:spChg chg="mod">
          <ac:chgData name="Teja Subhash Reddy Dondeti" userId="5bbda148bcdbf6a1" providerId="LiveId" clId="{E8B1A92B-0F77-4957-A194-49FEB2DDEA49}" dt="2026-02-26T14:19:08.622" v="3802" actId="1076"/>
          <ac:spMkLst>
            <pc:docMk/>
            <pc:sldMk cId="3320067997" sldId="271"/>
            <ac:spMk id="2" creationId="{F0EF31A0-8D8D-9A0C-EA6E-CF9A0EAC3474}"/>
          </ac:spMkLst>
        </pc:spChg>
        <pc:spChg chg="mod">
          <ac:chgData name="Teja Subhash Reddy Dondeti" userId="5bbda148bcdbf6a1" providerId="LiveId" clId="{E8B1A92B-0F77-4957-A194-49FEB2DDEA49}" dt="2026-02-26T10:39:35.646" v="3519" actId="1076"/>
          <ac:spMkLst>
            <pc:docMk/>
            <pc:sldMk cId="3320067997" sldId="271"/>
            <ac:spMk id="3" creationId="{3D0C8141-5BC4-362B-7C2F-815540A7607E}"/>
          </ac:spMkLst>
        </pc:spChg>
        <pc:spChg chg="add mod">
          <ac:chgData name="Teja Subhash Reddy Dondeti" userId="5bbda148bcdbf6a1" providerId="LiveId" clId="{E8B1A92B-0F77-4957-A194-49FEB2DDEA49}" dt="2026-02-26T14:26:49.705" v="4058" actId="255"/>
          <ac:spMkLst>
            <pc:docMk/>
            <pc:sldMk cId="3320067997" sldId="271"/>
            <ac:spMk id="4" creationId="{ED1699BA-7325-ADE2-285B-69DE73A7685F}"/>
          </ac:spMkLst>
        </pc:spChg>
        <pc:spChg chg="add del mod">
          <ac:chgData name="Teja Subhash Reddy Dondeti" userId="5bbda148bcdbf6a1" providerId="LiveId" clId="{E8B1A92B-0F77-4957-A194-49FEB2DDEA49}" dt="2026-02-26T14:26:56.207" v="4060"/>
          <ac:spMkLst>
            <pc:docMk/>
            <pc:sldMk cId="3320067997" sldId="271"/>
            <ac:spMk id="5" creationId="{B57D05FC-5547-943F-E093-13BABC1CB451}"/>
          </ac:spMkLst>
        </pc:spChg>
        <pc:spChg chg="add del mod">
          <ac:chgData name="Teja Subhash Reddy Dondeti" userId="5bbda148bcdbf6a1" providerId="LiveId" clId="{E8B1A92B-0F77-4957-A194-49FEB2DDEA49}" dt="2026-02-26T14:26:56.209" v="4062"/>
          <ac:spMkLst>
            <pc:docMk/>
            <pc:sldMk cId="3320067997" sldId="271"/>
            <ac:spMk id="6" creationId="{7186B003-103F-ED7F-A020-4B34C61D1312}"/>
          </ac:spMkLst>
        </pc:spChg>
      </pc:sldChg>
      <pc:sldChg chg="addSp delSp modSp new del mod">
        <pc:chgData name="Teja Subhash Reddy Dondeti" userId="5bbda148bcdbf6a1" providerId="LiveId" clId="{E8B1A92B-0F77-4957-A194-49FEB2DDEA49}" dt="2026-02-26T14:18:42.553" v="3796" actId="2696"/>
        <pc:sldMkLst>
          <pc:docMk/>
          <pc:sldMk cId="712303374" sldId="272"/>
        </pc:sldMkLst>
        <pc:spChg chg="mod">
          <ac:chgData name="Teja Subhash Reddy Dondeti" userId="5bbda148bcdbf6a1" providerId="LiveId" clId="{E8B1A92B-0F77-4957-A194-49FEB2DDEA49}" dt="2026-02-26T14:10:26.175" v="3615" actId="14100"/>
          <ac:spMkLst>
            <pc:docMk/>
            <pc:sldMk cId="712303374" sldId="272"/>
            <ac:spMk id="2" creationId="{EA4ABB04-66BC-9080-1B63-A0D04CCF9C29}"/>
          </ac:spMkLst>
        </pc:spChg>
        <pc:spChg chg="mod">
          <ac:chgData name="Teja Subhash Reddy Dondeti" userId="5bbda148bcdbf6a1" providerId="LiveId" clId="{E8B1A92B-0F77-4957-A194-49FEB2DDEA49}" dt="2026-02-26T14:10:40.193" v="3618" actId="255"/>
          <ac:spMkLst>
            <pc:docMk/>
            <pc:sldMk cId="712303374" sldId="272"/>
            <ac:spMk id="3" creationId="{48E4FCEB-103E-746C-9CE2-16F7B2D14B75}"/>
          </ac:spMkLst>
        </pc:spChg>
        <pc:spChg chg="add mod">
          <ac:chgData name="Teja Subhash Reddy Dondeti" userId="5bbda148bcdbf6a1" providerId="LiveId" clId="{E8B1A92B-0F77-4957-A194-49FEB2DDEA49}" dt="2026-02-26T14:12:03.757" v="3638" actId="2711"/>
          <ac:spMkLst>
            <pc:docMk/>
            <pc:sldMk cId="712303374" sldId="272"/>
            <ac:spMk id="4" creationId="{D257909C-3BCA-74B7-FDB7-1695BFD3C91A}"/>
          </ac:spMkLst>
        </pc:spChg>
        <pc:spChg chg="add del mod">
          <ac:chgData name="Teja Subhash Reddy Dondeti" userId="5bbda148bcdbf6a1" providerId="LiveId" clId="{E8B1A92B-0F77-4957-A194-49FEB2DDEA49}" dt="2026-02-26T14:12:04.737" v="3640"/>
          <ac:spMkLst>
            <pc:docMk/>
            <pc:sldMk cId="712303374" sldId="272"/>
            <ac:spMk id="5" creationId="{A04664CF-4FF9-8A43-AED1-78D53F0141EE}"/>
          </ac:spMkLst>
        </pc:spChg>
        <pc:spChg chg="add mod">
          <ac:chgData name="Teja Subhash Reddy Dondeti" userId="5bbda148bcdbf6a1" providerId="LiveId" clId="{E8B1A92B-0F77-4957-A194-49FEB2DDEA49}" dt="2026-02-26T14:13:15.703" v="3713" actId="20577"/>
          <ac:spMkLst>
            <pc:docMk/>
            <pc:sldMk cId="712303374" sldId="272"/>
            <ac:spMk id="6" creationId="{42C03C97-0E6C-FEA8-A320-3CB70844C881}"/>
          </ac:spMkLst>
        </pc:spChg>
        <pc:spChg chg="add mod">
          <ac:chgData name="Teja Subhash Reddy Dondeti" userId="5bbda148bcdbf6a1" providerId="LiveId" clId="{E8B1A92B-0F77-4957-A194-49FEB2DDEA49}" dt="2026-02-26T14:13:44.995" v="3728" actId="20577"/>
          <ac:spMkLst>
            <pc:docMk/>
            <pc:sldMk cId="712303374" sldId="272"/>
            <ac:spMk id="7" creationId="{40411445-75FD-5A7D-D2E5-2D46CEED03BD}"/>
          </ac:spMkLst>
        </pc:spChg>
      </pc:sldChg>
      <pc:sldChg chg="modSp new mod">
        <pc:chgData name="Teja Subhash Reddy Dondeti" userId="5bbda148bcdbf6a1" providerId="LiveId" clId="{E8B1A92B-0F77-4957-A194-49FEB2DDEA49}" dt="2026-02-27T08:38:49.058" v="5340" actId="255"/>
        <pc:sldMkLst>
          <pc:docMk/>
          <pc:sldMk cId="1761103884" sldId="272"/>
        </pc:sldMkLst>
        <pc:spChg chg="mod">
          <ac:chgData name="Teja Subhash Reddy Dondeti" userId="5bbda148bcdbf6a1" providerId="LiveId" clId="{E8B1A92B-0F77-4957-A194-49FEB2DDEA49}" dt="2026-02-26T14:33:53.272" v="4136" actId="1076"/>
          <ac:spMkLst>
            <pc:docMk/>
            <pc:sldMk cId="1761103884" sldId="272"/>
            <ac:spMk id="2" creationId="{EF18C37F-F744-8EA1-3E3F-46E7C4D934B2}"/>
          </ac:spMkLst>
        </pc:spChg>
        <pc:spChg chg="mod">
          <ac:chgData name="Teja Subhash Reddy Dondeti" userId="5bbda148bcdbf6a1" providerId="LiveId" clId="{E8B1A92B-0F77-4957-A194-49FEB2DDEA49}" dt="2026-02-27T08:38:49.058" v="5340" actId="255"/>
          <ac:spMkLst>
            <pc:docMk/>
            <pc:sldMk cId="1761103884" sldId="272"/>
            <ac:spMk id="3" creationId="{A50B835C-8CFA-0CF8-6424-4BAB32C0C929}"/>
          </ac:spMkLst>
        </pc:spChg>
      </pc:sldChg>
      <pc:sldChg chg="add del">
        <pc:chgData name="Teja Subhash Reddy Dondeti" userId="5bbda148bcdbf6a1" providerId="LiveId" clId="{E8B1A92B-0F77-4957-A194-49FEB2DDEA49}" dt="2026-02-26T14:19:26.635" v="3809"/>
        <pc:sldMkLst>
          <pc:docMk/>
          <pc:sldMk cId="3791057747" sldId="272"/>
        </pc:sldMkLst>
      </pc:sldChg>
      <pc:sldChg chg="addSp modSp new mod">
        <pc:chgData name="Teja Subhash Reddy Dondeti" userId="5bbda148bcdbf6a1" providerId="LiveId" clId="{E8B1A92B-0F77-4957-A194-49FEB2DDEA49}" dt="2026-02-27T08:39:28.288" v="5342" actId="255"/>
        <pc:sldMkLst>
          <pc:docMk/>
          <pc:sldMk cId="3553367059" sldId="273"/>
        </pc:sldMkLst>
        <pc:spChg chg="mod">
          <ac:chgData name="Teja Subhash Reddy Dondeti" userId="5bbda148bcdbf6a1" providerId="LiveId" clId="{E8B1A92B-0F77-4957-A194-49FEB2DDEA49}" dt="2026-02-26T14:36:51.852" v="4176" actId="1076"/>
          <ac:spMkLst>
            <pc:docMk/>
            <pc:sldMk cId="3553367059" sldId="273"/>
            <ac:spMk id="2" creationId="{BC045919-5B6F-520E-6175-E4DE4A89A9E7}"/>
          </ac:spMkLst>
        </pc:spChg>
        <pc:spChg chg="mod">
          <ac:chgData name="Teja Subhash Reddy Dondeti" userId="5bbda148bcdbf6a1" providerId="LiveId" clId="{E8B1A92B-0F77-4957-A194-49FEB2DDEA49}" dt="2026-02-26T14:38:16.631" v="4200" actId="255"/>
          <ac:spMkLst>
            <pc:docMk/>
            <pc:sldMk cId="3553367059" sldId="273"/>
            <ac:spMk id="3" creationId="{FF68C5B3-88A1-23CC-D5BA-777F6F5F39ED}"/>
          </ac:spMkLst>
        </pc:spChg>
        <pc:spChg chg="add mod">
          <ac:chgData name="Teja Subhash Reddy Dondeti" userId="5bbda148bcdbf6a1" providerId="LiveId" clId="{E8B1A92B-0F77-4957-A194-49FEB2DDEA49}" dt="2026-02-27T08:39:28.288" v="5342" actId="255"/>
          <ac:spMkLst>
            <pc:docMk/>
            <pc:sldMk cId="3553367059" sldId="273"/>
            <ac:spMk id="4" creationId="{F0FEB871-BC59-8120-14D3-608FFA729DD2}"/>
          </ac:spMkLst>
        </pc:spChg>
      </pc:sldChg>
      <pc:sldChg chg="modSp new mod">
        <pc:chgData name="Teja Subhash Reddy Dondeti" userId="5bbda148bcdbf6a1" providerId="LiveId" clId="{E8B1A92B-0F77-4957-A194-49FEB2DDEA49}" dt="2026-02-27T08:39:53.230" v="5345" actId="255"/>
        <pc:sldMkLst>
          <pc:docMk/>
          <pc:sldMk cId="92112855" sldId="274"/>
        </pc:sldMkLst>
        <pc:spChg chg="mod">
          <ac:chgData name="Teja Subhash Reddy Dondeti" userId="5bbda148bcdbf6a1" providerId="LiveId" clId="{E8B1A92B-0F77-4957-A194-49FEB2DDEA49}" dt="2026-02-26T14:51:01.858" v="4259" actId="1076"/>
          <ac:spMkLst>
            <pc:docMk/>
            <pc:sldMk cId="92112855" sldId="274"/>
            <ac:spMk id="2" creationId="{C9BD254B-BB81-DE12-3E82-2535EADC91C7}"/>
          </ac:spMkLst>
        </pc:spChg>
        <pc:spChg chg="mod">
          <ac:chgData name="Teja Subhash Reddy Dondeti" userId="5bbda148bcdbf6a1" providerId="LiveId" clId="{E8B1A92B-0F77-4957-A194-49FEB2DDEA49}" dt="2026-02-27T08:39:53.230" v="5345" actId="255"/>
          <ac:spMkLst>
            <pc:docMk/>
            <pc:sldMk cId="92112855" sldId="274"/>
            <ac:spMk id="3" creationId="{6AE219B4-F890-D55B-9BDB-5D7D35B3678A}"/>
          </ac:spMkLst>
        </pc:spChg>
      </pc:sldChg>
      <pc:sldChg chg="modSp new mod">
        <pc:chgData name="Teja Subhash Reddy Dondeti" userId="5bbda148bcdbf6a1" providerId="LiveId" clId="{E8B1A92B-0F77-4957-A194-49FEB2DDEA49}" dt="2026-02-27T08:40:13.791" v="5348" actId="1076"/>
        <pc:sldMkLst>
          <pc:docMk/>
          <pc:sldMk cId="739902259" sldId="275"/>
        </pc:sldMkLst>
        <pc:spChg chg="mod">
          <ac:chgData name="Teja Subhash Reddy Dondeti" userId="5bbda148bcdbf6a1" providerId="LiveId" clId="{E8B1A92B-0F77-4957-A194-49FEB2DDEA49}" dt="2026-02-26T14:52:55.317" v="4265" actId="1076"/>
          <ac:spMkLst>
            <pc:docMk/>
            <pc:sldMk cId="739902259" sldId="275"/>
            <ac:spMk id="2" creationId="{F2529226-B6A7-6D91-23EE-D35E64AD73E1}"/>
          </ac:spMkLst>
        </pc:spChg>
        <pc:spChg chg="mod">
          <ac:chgData name="Teja Subhash Reddy Dondeti" userId="5bbda148bcdbf6a1" providerId="LiveId" clId="{E8B1A92B-0F77-4957-A194-49FEB2DDEA49}" dt="2026-02-27T08:40:13.791" v="5348" actId="1076"/>
          <ac:spMkLst>
            <pc:docMk/>
            <pc:sldMk cId="739902259" sldId="275"/>
            <ac:spMk id="3" creationId="{DEA8E890-D81E-ECEC-2A0F-40DF58B03B1A}"/>
          </ac:spMkLst>
        </pc:spChg>
      </pc:sldChg>
      <pc:sldChg chg="modSp new mod">
        <pc:chgData name="Teja Subhash Reddy Dondeti" userId="5bbda148bcdbf6a1" providerId="LiveId" clId="{E8B1A92B-0F77-4957-A194-49FEB2DDEA49}" dt="2026-02-27T08:40:26.404" v="5349" actId="2711"/>
        <pc:sldMkLst>
          <pc:docMk/>
          <pc:sldMk cId="1401823772" sldId="276"/>
        </pc:sldMkLst>
        <pc:spChg chg="mod">
          <ac:chgData name="Teja Subhash Reddy Dondeti" userId="5bbda148bcdbf6a1" providerId="LiveId" clId="{E8B1A92B-0F77-4957-A194-49FEB2DDEA49}" dt="2026-02-26T14:54:11.596" v="4282" actId="1076"/>
          <ac:spMkLst>
            <pc:docMk/>
            <pc:sldMk cId="1401823772" sldId="276"/>
            <ac:spMk id="2" creationId="{7F76BCFD-5718-D24F-A1D3-F86B07AF0CA8}"/>
          </ac:spMkLst>
        </pc:spChg>
        <pc:spChg chg="mod">
          <ac:chgData name="Teja Subhash Reddy Dondeti" userId="5bbda148bcdbf6a1" providerId="LiveId" clId="{E8B1A92B-0F77-4957-A194-49FEB2DDEA49}" dt="2026-02-27T08:40:26.404" v="5349" actId="2711"/>
          <ac:spMkLst>
            <pc:docMk/>
            <pc:sldMk cId="1401823772" sldId="276"/>
            <ac:spMk id="3" creationId="{7043B7A4-8E77-1BA1-FCE2-F2F644CB1AF0}"/>
          </ac:spMkLst>
        </pc:spChg>
      </pc:sldChg>
      <pc:sldChg chg="modSp new mod">
        <pc:chgData name="Teja Subhash Reddy Dondeti" userId="5bbda148bcdbf6a1" providerId="LiveId" clId="{E8B1A92B-0F77-4957-A194-49FEB2DDEA49}" dt="2026-02-26T14:56:25.562" v="4296" actId="2711"/>
        <pc:sldMkLst>
          <pc:docMk/>
          <pc:sldMk cId="2807233108" sldId="277"/>
        </pc:sldMkLst>
        <pc:spChg chg="mod">
          <ac:chgData name="Teja Subhash Reddy Dondeti" userId="5bbda148bcdbf6a1" providerId="LiveId" clId="{E8B1A92B-0F77-4957-A194-49FEB2DDEA49}" dt="2026-02-26T14:54:49.363" v="4289" actId="255"/>
          <ac:spMkLst>
            <pc:docMk/>
            <pc:sldMk cId="2807233108" sldId="277"/>
            <ac:spMk id="2" creationId="{AC4F25D7-B8EB-291B-ED51-EF6D9F816C5B}"/>
          </ac:spMkLst>
        </pc:spChg>
        <pc:spChg chg="mod">
          <ac:chgData name="Teja Subhash Reddy Dondeti" userId="5bbda148bcdbf6a1" providerId="LiveId" clId="{E8B1A92B-0F77-4957-A194-49FEB2DDEA49}" dt="2026-02-26T14:56:25.562" v="4296" actId="2711"/>
          <ac:spMkLst>
            <pc:docMk/>
            <pc:sldMk cId="2807233108" sldId="277"/>
            <ac:spMk id="3" creationId="{A02CA776-F983-D7C7-747E-3B0AC708E31A}"/>
          </ac:spMkLst>
        </pc:spChg>
      </pc:sldChg>
      <pc:sldChg chg="modSp new mod">
        <pc:chgData name="Teja Subhash Reddy Dondeti" userId="5bbda148bcdbf6a1" providerId="LiveId" clId="{E8B1A92B-0F77-4957-A194-49FEB2DDEA49}" dt="2026-02-27T08:40:54.898" v="5395" actId="1076"/>
        <pc:sldMkLst>
          <pc:docMk/>
          <pc:sldMk cId="1437967864" sldId="278"/>
        </pc:sldMkLst>
        <pc:spChg chg="mod">
          <ac:chgData name="Teja Subhash Reddy Dondeti" userId="5bbda148bcdbf6a1" providerId="LiveId" clId="{E8B1A92B-0F77-4957-A194-49FEB2DDEA49}" dt="2026-02-26T14:58:48.496" v="4326" actId="1076"/>
          <ac:spMkLst>
            <pc:docMk/>
            <pc:sldMk cId="1437967864" sldId="278"/>
            <ac:spMk id="2" creationId="{C6786E88-53FF-1F23-4E6F-9B0A2DC6DDDD}"/>
          </ac:spMkLst>
        </pc:spChg>
        <pc:spChg chg="mod">
          <ac:chgData name="Teja Subhash Reddy Dondeti" userId="5bbda148bcdbf6a1" providerId="LiveId" clId="{E8B1A92B-0F77-4957-A194-49FEB2DDEA49}" dt="2026-02-27T08:40:54.898" v="5395" actId="1076"/>
          <ac:spMkLst>
            <pc:docMk/>
            <pc:sldMk cId="1437967864" sldId="278"/>
            <ac:spMk id="3" creationId="{74DB734A-D0E9-74DD-E9BE-596AC03329B3}"/>
          </ac:spMkLst>
        </pc:spChg>
      </pc:sldChg>
      <pc:sldChg chg="addSp delSp modSp new mod">
        <pc:chgData name="Teja Subhash Reddy Dondeti" userId="5bbda148bcdbf6a1" providerId="LiveId" clId="{E8B1A92B-0F77-4957-A194-49FEB2DDEA49}" dt="2026-02-26T16:47:07.684" v="5136" actId="14100"/>
        <pc:sldMkLst>
          <pc:docMk/>
          <pc:sldMk cId="924244518" sldId="279"/>
        </pc:sldMkLst>
        <pc:spChg chg="mod">
          <ac:chgData name="Teja Subhash Reddy Dondeti" userId="5bbda148bcdbf6a1" providerId="LiveId" clId="{E8B1A92B-0F77-4957-A194-49FEB2DDEA49}" dt="2026-02-26T16:47:03.212" v="5135" actId="1076"/>
          <ac:spMkLst>
            <pc:docMk/>
            <pc:sldMk cId="924244518" sldId="279"/>
            <ac:spMk id="2" creationId="{AD7250C7-CDB8-98F9-79C0-975E39961CD8}"/>
          </ac:spMkLst>
        </pc:spChg>
        <pc:spChg chg="mod">
          <ac:chgData name="Teja Subhash Reddy Dondeti" userId="5bbda148bcdbf6a1" providerId="LiveId" clId="{E8B1A92B-0F77-4957-A194-49FEB2DDEA49}" dt="2026-02-26T15:00:58.507" v="4349" actId="255"/>
          <ac:spMkLst>
            <pc:docMk/>
            <pc:sldMk cId="924244518" sldId="279"/>
            <ac:spMk id="3" creationId="{51E6F293-1FDC-BFB8-E3EA-1EFAF0FA6348}"/>
          </ac:spMkLst>
        </pc:spChg>
        <pc:spChg chg="add del mod">
          <ac:chgData name="Teja Subhash Reddy Dondeti" userId="5bbda148bcdbf6a1" providerId="LiveId" clId="{E8B1A92B-0F77-4957-A194-49FEB2DDEA49}" dt="2026-02-26T15:02:39.960" v="4358"/>
          <ac:spMkLst>
            <pc:docMk/>
            <pc:sldMk cId="924244518" sldId="279"/>
            <ac:spMk id="4" creationId="{DB2DFBA7-77EC-8F1A-91FC-E9D9FD16D3A9}"/>
          </ac:spMkLst>
        </pc:spChg>
        <pc:picChg chg="add mod">
          <ac:chgData name="Teja Subhash Reddy Dondeti" userId="5bbda148bcdbf6a1" providerId="LiveId" clId="{E8B1A92B-0F77-4957-A194-49FEB2DDEA49}" dt="2026-02-26T16:47:07.684" v="5136" actId="14100"/>
          <ac:picMkLst>
            <pc:docMk/>
            <pc:sldMk cId="924244518" sldId="279"/>
            <ac:picMk id="6" creationId="{2DE0C7E6-4105-4AE6-0B90-D1D7D8B1579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07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707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274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830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905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010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286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287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214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90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228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8402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302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861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948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854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4790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479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0C351FB-31B3-4F27-92F1-5203BD46D00B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FD49D15-668C-4978-B3CA-A27DD0796D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01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  <p:sldLayoutId id="2147483868" r:id="rId17"/>
    <p:sldLayoutId id="2147483869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FBA9-256F-DB24-75F6-5444AA34C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053" y="887504"/>
            <a:ext cx="10584163" cy="72741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RevHire –  Job Portal Application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60EE5-30DE-984A-3768-6A8AA28EB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9929" y="1717682"/>
            <a:ext cx="8229600" cy="5177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dirty="0"/>
              <a:t>A FULL STACK DEVELOPMENT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E7A4F-1205-5308-894F-36B62026066A}"/>
              </a:ext>
            </a:extLst>
          </p:cNvPr>
          <p:cNvSpPr txBox="1"/>
          <p:nvPr/>
        </p:nvSpPr>
        <p:spPr>
          <a:xfrm>
            <a:off x="4628919" y="6339124"/>
            <a:ext cx="8427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TECH STACK:  </a:t>
            </a:r>
            <a:r>
              <a:rPr lang="en-US" sz="2000" dirty="0"/>
              <a:t>Java | Angular | Spring Boot | MySQL | Maven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391A45-3361-9396-EDC8-1E3CD9431E7E}"/>
              </a:ext>
            </a:extLst>
          </p:cNvPr>
          <p:cNvSpPr txBox="1"/>
          <p:nvPr/>
        </p:nvSpPr>
        <p:spPr>
          <a:xfrm>
            <a:off x="8842872" y="3845316"/>
            <a:ext cx="3525398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Teja Subhash Reddy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Bhavana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Anumala Shekar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Chandra Shekar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Pujitha</a:t>
            </a:r>
          </a:p>
          <a:p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47DA06-3ABB-A8AA-E558-A48916E55582}"/>
              </a:ext>
            </a:extLst>
          </p:cNvPr>
          <p:cNvSpPr txBox="1"/>
          <p:nvPr/>
        </p:nvSpPr>
        <p:spPr>
          <a:xfrm>
            <a:off x="8842872" y="3429000"/>
            <a:ext cx="2787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Team Members</a:t>
            </a:r>
          </a:p>
        </p:txBody>
      </p:sp>
    </p:spTree>
    <p:extLst>
      <p:ext uri="{BB962C8B-B14F-4D97-AF65-F5344CB8AC3E}">
        <p14:creationId xmlns:p14="http://schemas.microsoft.com/office/powerpoint/2010/main" val="3720914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F31A0-8D8D-9A0C-EA6E-CF9A0EAC3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996" y="753927"/>
            <a:ext cx="2666705" cy="588597"/>
          </a:xfrm>
        </p:spPr>
        <p:txBody>
          <a:bodyPr>
            <a:normAutofit/>
          </a:bodyPr>
          <a:lstStyle/>
          <a:p>
            <a:r>
              <a:rPr lang="en-IN" sz="3000" b="1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C8141-5BC4-362B-7C2F-815540A76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247" y="469022"/>
            <a:ext cx="1421801" cy="2989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1699BA-7325-ADE2-285B-69DE73A7685F}"/>
              </a:ext>
            </a:extLst>
          </p:cNvPr>
          <p:cNvSpPr txBox="1"/>
          <p:nvPr/>
        </p:nvSpPr>
        <p:spPr>
          <a:xfrm>
            <a:off x="1322024" y="1509311"/>
            <a:ext cx="10110436" cy="3076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RevHire is a full-stack web application developed to as a real-world recruitment platform. The application connects job seekers and employers through a structured hiring workflow. It implements secure authentication, role-based access control, REST APIs, and relational database design. The project demonstrates complete frontend-backend integration similar to industry standards.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067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7AC8-8379-2A6D-C8C9-475D89465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90" y="966860"/>
            <a:ext cx="6346996" cy="894597"/>
          </a:xfrm>
        </p:spPr>
        <p:txBody>
          <a:bodyPr/>
          <a:lstStyle/>
          <a:p>
            <a:r>
              <a:rPr lang="en-IN" b="1" dirty="0"/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CC70E-D397-FB38-A1D4-6192185167EE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0744198" y="76200"/>
            <a:ext cx="1251858" cy="9797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100" dirty="0"/>
              <a:t>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DBA8F3-DED8-9334-64B0-CC70B48C2AA8}"/>
              </a:ext>
            </a:extLst>
          </p:cNvPr>
          <p:cNvSpPr txBox="1"/>
          <p:nvPr/>
        </p:nvSpPr>
        <p:spPr>
          <a:xfrm>
            <a:off x="750490" y="2182505"/>
            <a:ext cx="10080171" cy="3083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To build a complete full-stack web application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To implement secure JWT-based authentication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To create role-based access control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To develop end-to-end job application workflow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To practice team collaboration using Git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Job Seeker ↔ RevHire ↔ Employer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351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8C37F-F744-8EA1-3E3F-46E7C4D93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62585"/>
            <a:ext cx="4550591" cy="1596177"/>
          </a:xfrm>
        </p:spPr>
        <p:txBody>
          <a:bodyPr>
            <a:normAutofit/>
          </a:bodyPr>
          <a:lstStyle/>
          <a:p>
            <a:r>
              <a:rPr lang="en-IN" sz="3000" b="1" dirty="0">
                <a:latin typeface="Arial" panose="020B0604020202020204" pitchFamily="34" charset="0"/>
                <a:cs typeface="Arial" panose="020B0604020202020204" pitchFamily="34" charset="0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B835C-8CFA-0CF8-6424-4BAB32C0C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b="1" dirty="0"/>
              <a:t>Frontend:</a:t>
            </a:r>
            <a:br>
              <a:rPr lang="en-IN" dirty="0"/>
            </a:br>
            <a:r>
              <a:rPr lang="en-IN" sz="2200" dirty="0"/>
              <a:t>Angular, Route Guards, Interceptors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Backend:</a:t>
            </a:r>
            <a:br>
              <a:rPr lang="en-IN" dirty="0"/>
            </a:br>
            <a:r>
              <a:rPr lang="en-IN" sz="2200" dirty="0"/>
              <a:t>Spring Boot, REST APIs, Spring Security</a:t>
            </a:r>
          </a:p>
          <a:p>
            <a:pPr>
              <a:lnSpc>
                <a:spcPct val="150000"/>
              </a:lnSpc>
            </a:pPr>
            <a:r>
              <a:rPr lang="en-IN" b="1" dirty="0"/>
              <a:t>Database:</a:t>
            </a:r>
            <a:br>
              <a:rPr lang="en-IN" dirty="0"/>
            </a:br>
            <a:r>
              <a:rPr lang="en-IN" sz="2200" dirty="0"/>
              <a:t>MySQL, JPA/Hibernate</a:t>
            </a:r>
          </a:p>
        </p:txBody>
      </p:sp>
    </p:spTree>
    <p:extLst>
      <p:ext uri="{BB962C8B-B14F-4D97-AF65-F5344CB8AC3E}">
        <p14:creationId xmlns:p14="http://schemas.microsoft.com/office/powerpoint/2010/main" val="1761103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0D37C-629A-AB60-BA30-77C37BB2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308" y="217825"/>
            <a:ext cx="5008054" cy="1596177"/>
          </a:xfrm>
        </p:spPr>
        <p:txBody>
          <a:bodyPr>
            <a:normAutofit/>
          </a:bodyPr>
          <a:lstStyle/>
          <a:p>
            <a:r>
              <a:rPr lang="en-IN" sz="3000" b="1" dirty="0">
                <a:latin typeface="Arial" panose="020B0604020202020204" pitchFamily="34" charset="0"/>
                <a:cs typeface="Arial" panose="020B0604020202020204" pitchFamily="34" charset="0"/>
              </a:rPr>
              <a:t>Role based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EAE99-0F41-9946-F434-53A0F41CBBFF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913775" y="-2351314"/>
            <a:ext cx="1383111" cy="60960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784CC5-A6C0-00E8-4976-6EA0B34628D8}"/>
              </a:ext>
            </a:extLst>
          </p:cNvPr>
          <p:cNvSpPr txBox="1"/>
          <p:nvPr/>
        </p:nvSpPr>
        <p:spPr>
          <a:xfrm>
            <a:off x="1142688" y="1720574"/>
            <a:ext cx="9906624" cy="3430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Job Seeker Features</a:t>
            </a:r>
          </a:p>
          <a:p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Register/Login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Resume creation &amp; upload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Search jobs with filters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Apply &amp; track status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Save jobs</a:t>
            </a:r>
          </a:p>
        </p:txBody>
      </p:sp>
    </p:spTree>
    <p:extLst>
      <p:ext uri="{BB962C8B-B14F-4D97-AF65-F5344CB8AC3E}">
        <p14:creationId xmlns:p14="http://schemas.microsoft.com/office/powerpoint/2010/main" val="463635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5919-5B6F-520E-6175-E4DE4A89A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5567" y="144792"/>
            <a:ext cx="2975179" cy="604355"/>
          </a:xfrm>
        </p:spPr>
        <p:txBody>
          <a:bodyPr>
            <a:normAutofit/>
          </a:bodyPr>
          <a:lstStyle/>
          <a:p>
            <a:r>
              <a:rPr lang="en-IN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8C5B3-88A1-23CC-D5BA-777F6F5F3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716946"/>
            <a:ext cx="10364452" cy="4243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EB871-BC59-8120-14D3-608FFA729DD2}"/>
              </a:ext>
            </a:extLst>
          </p:cNvPr>
          <p:cNvSpPr txBox="1"/>
          <p:nvPr/>
        </p:nvSpPr>
        <p:spPr>
          <a:xfrm>
            <a:off x="913774" y="1617280"/>
            <a:ext cx="8912645" cy="4233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Employer Features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Company registration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Post/manage jobs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View applicants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Shortlist/Reject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Dashboard analytics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53367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BDE79-041E-48FF-6E22-B37FE87D4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02" y="1059222"/>
            <a:ext cx="5345511" cy="990599"/>
          </a:xfrm>
        </p:spPr>
        <p:txBody>
          <a:bodyPr>
            <a:normAutofit/>
          </a:bodyPr>
          <a:lstStyle/>
          <a:p>
            <a:r>
              <a:rPr lang="en-IN" sz="3200" b="1" dirty="0"/>
              <a:t>Team Responsibilities</a:t>
            </a:r>
            <a:endParaRPr lang="en-IN" sz="3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D3FD4-D1B9-3E7F-3293-2AC9E62C5307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913775" y="-2460171"/>
            <a:ext cx="1045654" cy="77288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2AC928-FAF5-3CA4-3FE0-CA951BE1BAE3}"/>
              </a:ext>
            </a:extLst>
          </p:cNvPr>
          <p:cNvSpPr txBox="1"/>
          <p:nvPr/>
        </p:nvSpPr>
        <p:spPr>
          <a:xfrm>
            <a:off x="1197823" y="2049821"/>
            <a:ext cx="7358743" cy="417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Teja – Authentication, Security , Notifications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Chandra – Job Seeker Flow &amp; Resume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Bhavana – Employer Module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Anumala – Application Logic &amp; Status Handling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Pujitha – Profile Management &amp; Saved Jobs</a:t>
            </a:r>
          </a:p>
        </p:txBody>
      </p:sp>
    </p:spTree>
    <p:extLst>
      <p:ext uri="{BB962C8B-B14F-4D97-AF65-F5344CB8AC3E}">
        <p14:creationId xmlns:p14="http://schemas.microsoft.com/office/powerpoint/2010/main" val="3339038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D254B-BB81-DE12-3E82-2535EADC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638" y="960039"/>
            <a:ext cx="6148037" cy="1596177"/>
          </a:xfrm>
        </p:spPr>
        <p:txBody>
          <a:bodyPr>
            <a:normAutofit/>
          </a:bodyPr>
          <a:lstStyle/>
          <a:p>
            <a:r>
              <a:rPr lang="en-IN" sz="3000" b="1" dirty="0">
                <a:latin typeface="Arial" panose="020B0604020202020204" pitchFamily="34" charset="0"/>
                <a:cs typeface="Arial" panose="020B0604020202020204" pitchFamily="34" charset="0"/>
              </a:rPr>
              <a:t>Authentication &amp;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219B4-F890-D55B-9BDB-5D7D35B36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JWT token generation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Secured REST endpoints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Role-based access control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Notification trigger logic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112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29226-B6A7-6D91-23EE-D35E64AD7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7949" y="89708"/>
            <a:ext cx="3019247" cy="637406"/>
          </a:xfrm>
        </p:spPr>
        <p:txBody>
          <a:bodyPr>
            <a:normAutofit/>
          </a:bodyPr>
          <a:lstStyle/>
          <a:p>
            <a:r>
              <a:rPr lang="en-IN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8E890-D81E-ECEC-2A0F-40DF58B03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716946"/>
            <a:ext cx="10364452" cy="3424107"/>
          </a:xfrm>
        </p:spPr>
        <p:txBody>
          <a:bodyPr/>
          <a:lstStyle/>
          <a:p>
            <a:r>
              <a:rPr lang="en-US" b="1" dirty="0"/>
              <a:t>Job Seeker Module (Chandra)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/>
              <a:t>• Registration &amp; Login integration</a:t>
            </a:r>
            <a:br>
              <a:rPr lang="en-US" sz="2200" dirty="0"/>
            </a:br>
            <a:r>
              <a:rPr lang="en-US" sz="2200" dirty="0"/>
              <a:t>• Resume builder logic</a:t>
            </a:r>
            <a:br>
              <a:rPr lang="en-US" sz="2200" dirty="0"/>
            </a:br>
            <a:r>
              <a:rPr lang="en-US" sz="2200" dirty="0"/>
              <a:t>•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Job</a:t>
            </a:r>
            <a:r>
              <a:rPr lang="en-US" sz="2200" dirty="0"/>
              <a:t> search filters</a:t>
            </a:r>
            <a:br>
              <a:rPr lang="en-US" sz="2200" dirty="0"/>
            </a:br>
            <a:r>
              <a:rPr lang="en-US" sz="2200" dirty="0"/>
              <a:t>• Apply job workflow</a:t>
            </a:r>
            <a:br>
              <a:rPr lang="en-US" sz="2200" dirty="0"/>
            </a:br>
            <a:r>
              <a:rPr lang="en-US" sz="2200" dirty="0"/>
              <a:t>• Track application status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9902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BCFD-5718-D24F-A1D3-F86B07AF0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593" y="1246478"/>
            <a:ext cx="771806" cy="1596177"/>
          </a:xfrm>
        </p:spPr>
        <p:txBody>
          <a:bodyPr>
            <a:normAutofit/>
          </a:bodyPr>
          <a:lstStyle/>
          <a:p>
            <a:r>
              <a:rPr lang="en-IN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3B7A4-8E77-1BA1-FCE2-F2F644CB1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331507"/>
            <a:ext cx="10364452" cy="342410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Employer Module (Bhavana)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Company registration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Post job functionality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Edit / close job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View applicants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Shortlist / Reject candidates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1823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F25D7-B8EB-291B-ED51-EF6D9F816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CA776-F983-D7C7-747E-3B0AC708E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590" y="1716946"/>
            <a:ext cx="10364452" cy="342410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b="1" dirty="0"/>
              <a:t>Application Logic (Anumala)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Application status transitions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Under Review → Shortlisted / Rejected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Withdraw logic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• Backend validation rules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7233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86E88-53FF-1F23-4E6F-9B0A2DC6D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5747" y="354113"/>
            <a:ext cx="2964162" cy="361984"/>
          </a:xfrm>
        </p:spPr>
        <p:txBody>
          <a:bodyPr>
            <a:normAutofit/>
          </a:bodyPr>
          <a:lstStyle/>
          <a:p>
            <a:r>
              <a:rPr lang="en-IN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B734A-D0E9-74DD-E9BE-596AC0332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948" y="1901105"/>
            <a:ext cx="10364452" cy="342410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User Management &amp; Saved Jobs (Pujitha)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User Management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Save job functionality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Remove saved job</a:t>
            </a:r>
          </a:p>
        </p:txBody>
      </p:sp>
    </p:spTree>
    <p:extLst>
      <p:ext uri="{BB962C8B-B14F-4D97-AF65-F5344CB8AC3E}">
        <p14:creationId xmlns:p14="http://schemas.microsoft.com/office/powerpoint/2010/main" val="1437967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6EF40-BBE9-F2A5-91C5-5BA92DB42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856" y="687222"/>
            <a:ext cx="3516711" cy="1596177"/>
          </a:xfrm>
        </p:spPr>
        <p:txBody>
          <a:bodyPr>
            <a:normAutofit/>
          </a:bodyPr>
          <a:lstStyle/>
          <a:p>
            <a:r>
              <a:rPr lang="en-IN" sz="3000" b="1" dirty="0"/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DAAA1-0065-5842-3BE9-8DFE885D1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66BFCC-F3DE-2AF1-7416-C9D6212BF7DC}"/>
              </a:ext>
            </a:extLst>
          </p:cNvPr>
          <p:cNvSpPr txBox="1"/>
          <p:nvPr/>
        </p:nvSpPr>
        <p:spPr>
          <a:xfrm>
            <a:off x="1058605" y="2049572"/>
            <a:ext cx="842554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employer-profile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Job-posts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Job-applications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Jon-seeker profiles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Resume-texts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Resume-files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Favourites-jobs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Job-skills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notifications</a:t>
            </a:r>
          </a:p>
        </p:txBody>
      </p:sp>
    </p:spTree>
    <p:extLst>
      <p:ext uri="{BB962C8B-B14F-4D97-AF65-F5344CB8AC3E}">
        <p14:creationId xmlns:p14="http://schemas.microsoft.com/office/powerpoint/2010/main" val="2136328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250C7-CDB8-98F9-79C0-975E39961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42958" cy="1596177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6F293-1FDC-BFB8-E3EA-1EFAF0FA6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E0C7E6-4105-4AE6-0B90-D1D7D8B15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352" y="1416606"/>
            <a:ext cx="8475199" cy="493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244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A0AA9-0ECD-3BEF-3101-D06E74914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4812111" cy="1596177"/>
          </a:xfrm>
        </p:spPr>
        <p:txBody>
          <a:bodyPr/>
          <a:lstStyle/>
          <a:p>
            <a:r>
              <a:rPr lang="en-IN" b="1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D962A-5F51-DF6E-3B4D-37F8F932CC0B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913775" y="-217714"/>
            <a:ext cx="1339568" cy="8708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1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E56B6-3B2A-BE46-5195-5054F8E288B1}"/>
              </a:ext>
            </a:extLst>
          </p:cNvPr>
          <p:cNvSpPr txBox="1"/>
          <p:nvPr/>
        </p:nvSpPr>
        <p:spPr>
          <a:xfrm>
            <a:off x="1045029" y="2090057"/>
            <a:ext cx="10570028" cy="3736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Controllers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Configuration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DTO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Repository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Entity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Exceptions</a:t>
            </a:r>
          </a:p>
        </p:txBody>
      </p:sp>
    </p:spTree>
    <p:extLst>
      <p:ext uri="{BB962C8B-B14F-4D97-AF65-F5344CB8AC3E}">
        <p14:creationId xmlns:p14="http://schemas.microsoft.com/office/powerpoint/2010/main" val="581496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BFAED-18EE-5E97-F2BD-6AE9B94C5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4888311" cy="1596177"/>
          </a:xfrm>
        </p:spPr>
        <p:txBody>
          <a:bodyPr>
            <a:normAutofit/>
          </a:bodyPr>
          <a:lstStyle/>
          <a:p>
            <a:r>
              <a:rPr lang="en-IN" sz="3000" b="1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DC590-6AA3-E443-960D-2A5E2004B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FCA8B5-9E4C-BAFC-9EBD-0A0052A0A0BB}"/>
              </a:ext>
            </a:extLst>
          </p:cNvPr>
          <p:cNvSpPr txBox="1"/>
          <p:nvPr/>
        </p:nvSpPr>
        <p:spPr>
          <a:xfrm>
            <a:off x="1356189" y="2116476"/>
            <a:ext cx="87330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Convert this monolithic application into micro-services application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Improve the Better UI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Need to Add some additional Features For real time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Deploy the application to cloud (AWS/Azure) with CI/CD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Add resume scoring / ATS-style screening for employers.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836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36C75-A728-0BBA-4883-CCFCF57C9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2743825" cy="1596177"/>
          </a:xfrm>
        </p:spPr>
        <p:txBody>
          <a:bodyPr>
            <a:normAutofit/>
          </a:bodyPr>
          <a:lstStyle/>
          <a:p>
            <a:r>
              <a:rPr lang="en-IN" sz="30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44A29-158D-0E11-0054-E7ACC0B6B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08516"/>
            <a:ext cx="10364452" cy="4571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1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D50B4A-900E-BF4D-E4EE-00BD0805EE8A}"/>
              </a:ext>
            </a:extLst>
          </p:cNvPr>
          <p:cNvSpPr txBox="1"/>
          <p:nvPr/>
        </p:nvSpPr>
        <p:spPr>
          <a:xfrm>
            <a:off x="1417834" y="2044557"/>
            <a:ext cx="9061806" cy="4618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RevHire successfully  a real-world job portal platform.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The system supports multiple roles including Job Seeker, Employer.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Secure authentication and role-based authorization are implemented using JWT.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The application demonstrates complete frontend–backend–database integration.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Structured workflow enables job posting, application tracking, and status management.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The project follows layered architecture and RESTful API design principles.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8602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6607F-0EE6-7AF0-97AA-9FC15F606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29" y="740229"/>
            <a:ext cx="10842797" cy="4550228"/>
          </a:xfrm>
        </p:spPr>
        <p:txBody>
          <a:bodyPr/>
          <a:lstStyle/>
          <a:p>
            <a:r>
              <a:rPr lang="en-IN" b="1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7407C-0E97-A18E-B1C3-40F899E3D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856620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1527</TotalTime>
  <Words>552</Words>
  <Application>Microsoft Office PowerPoint</Application>
  <PresentationFormat>Widescreen</PresentationFormat>
  <Paragraphs>91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Tw Cen MT</vt:lpstr>
      <vt:lpstr>Droplet</vt:lpstr>
      <vt:lpstr>RevHire –  Job Portal Application</vt:lpstr>
      <vt:lpstr>AbStract</vt:lpstr>
      <vt:lpstr>Objective of the project</vt:lpstr>
      <vt:lpstr>TEchNology stack</vt:lpstr>
      <vt:lpstr>Role based access</vt:lpstr>
      <vt:lpstr>.</vt:lpstr>
      <vt:lpstr>Team Responsibilities</vt:lpstr>
      <vt:lpstr>Authentication &amp; secuRIty</vt:lpstr>
      <vt:lpstr>.</vt:lpstr>
      <vt:lpstr>.</vt:lpstr>
      <vt:lpstr>.</vt:lpstr>
      <vt:lpstr>.</vt:lpstr>
      <vt:lpstr>DATABASE DESIGN</vt:lpstr>
      <vt:lpstr>Database Design</vt:lpstr>
      <vt:lpstr>System Architecture</vt:lpstr>
      <vt:lpstr>Future Enhancements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 Subhash Reddy Dondeti</dc:creator>
  <cp:lastModifiedBy>Teja Subhash Reddy Dondeti</cp:lastModifiedBy>
  <cp:revision>1</cp:revision>
  <dcterms:created xsi:type="dcterms:W3CDTF">2026-01-25T15:50:33Z</dcterms:created>
  <dcterms:modified xsi:type="dcterms:W3CDTF">2026-02-27T08:42:09Z</dcterms:modified>
</cp:coreProperties>
</file>